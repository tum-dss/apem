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75" r:id="rId5"/>
    <p:sldId id="27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44"/>
    <p:restoredTop sz="94634"/>
  </p:normalViewPr>
  <p:slideViewPr>
    <p:cSldViewPr snapToGrid="0">
      <p:cViewPr varScale="1">
        <p:scale>
          <a:sx n="71" d="100"/>
          <a:sy n="71" d="100"/>
        </p:scale>
        <p:origin x="50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E66B0-A217-F786-36D5-8C05DC238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17F4B-808F-E7A5-A54D-C519780A6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5E51D-AFC8-F054-03B5-AA7097BEF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98C8-1962-0948-9495-10969ADF5B8C}" type="datetimeFigureOut">
              <a:rPr lang="en-US" smtClean="0"/>
              <a:t>24-Feb-25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7880D-08F5-33E5-334E-2DB06867D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AFE5C-486D-AD74-BEED-994697563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48A-1FDC-EA49-AE7D-3B522988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30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F19B3-28D3-58B7-53FF-A8690AD2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07585-C1D8-5134-524F-97F40584D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719CE-0897-07C4-16A4-4BE1788A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98C8-1962-0948-9495-10969ADF5B8C}" type="datetimeFigureOut">
              <a:rPr lang="en-US" smtClean="0"/>
              <a:t>24-Feb-25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CD58C-6601-16C3-5758-657A391EC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0789D-8143-7003-1A00-30DBDD215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48A-1FDC-EA49-AE7D-3B522988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51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6B0BB-297B-BCE7-37C5-4B6F34C6F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26C2A-A383-5CDD-B17F-8CD5C8D6E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6F7EE-83A9-212F-58BA-177B8A307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98C8-1962-0948-9495-10969ADF5B8C}" type="datetimeFigureOut">
              <a:rPr lang="en-US" smtClean="0"/>
              <a:t>24-Feb-25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08A5-A74B-29D2-D807-54D6F86B6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FC9E2-8EDF-35C8-AC8C-3EE9272A3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48A-1FDC-EA49-AE7D-3B522988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43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D1343-554B-2760-D590-7905BFF97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AED88-3D86-11D7-67E9-AFF1ABB84B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E948D-94FE-6094-361C-961D5F5BB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52B01-88B3-8A89-E275-A65144584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98C8-1962-0948-9495-10969ADF5B8C}" type="datetimeFigureOut">
              <a:rPr lang="en-US" smtClean="0"/>
              <a:t>24-Feb-25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EA61F-4FCA-2ABC-1182-AA3F17939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E8200-1068-797A-4765-6280F693F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48A-1FDC-EA49-AE7D-3B522988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91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6C75D-752F-A44C-1898-5ACDFE7F4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3F555-5AB9-BD66-DB94-9A2E982E8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43A91-E0D3-D85D-09D4-E37FF5DD6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50D70-8F35-EA94-B97E-5482B2253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44DE8D-59CF-AA06-6489-7090F84A2C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85955-7E4F-CE2F-1688-E17C119DB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98C8-1962-0948-9495-10969ADF5B8C}" type="datetimeFigureOut">
              <a:rPr lang="en-US" smtClean="0"/>
              <a:t>24-Feb-25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84C163-B7A0-B886-BA09-CC0BFF550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F8C190-C2BB-2BE7-D4CA-03B237FAB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48A-1FDC-EA49-AE7D-3B522988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69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1CE35-24C8-52A0-062F-989F6B45A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873F62-4A12-F2C8-1E00-BF152ABE0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98C8-1962-0948-9495-10969ADF5B8C}" type="datetimeFigureOut">
              <a:rPr lang="en-US" smtClean="0"/>
              <a:t>24-Feb-25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D701F3-9EBB-AB8C-F191-0D04E21A4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77FA33-81EF-4186-6EF8-288E9E00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48A-1FDC-EA49-AE7D-3B522988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58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AEED8-4BF5-16FD-7DCE-AEDCA268E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98C8-1962-0948-9495-10969ADF5B8C}" type="datetimeFigureOut">
              <a:rPr lang="en-US" smtClean="0"/>
              <a:t>24-Feb-25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B58F2F-D7D9-B380-EA08-A89F708D4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14C89-4477-3095-DBEF-4CD6368E7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48A-1FDC-EA49-AE7D-3B522988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891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16BC-AC11-706A-B038-489A5B93B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8ECBE-8E6C-30B1-0B53-AB2297B47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7F97D8-3474-46C3-6DFE-0E1E6E604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836FA-A4BA-F3DE-5CB9-BAA33D307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98C8-1962-0948-9495-10969ADF5B8C}" type="datetimeFigureOut">
              <a:rPr lang="en-US" smtClean="0"/>
              <a:t>24-Feb-25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F2AC4-88A8-EE7D-E86E-864DCAD79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839FF-C259-0E02-81CE-BEBEE4D20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48A-1FDC-EA49-AE7D-3B522988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58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E4EA2-1E74-D67A-55B8-2312EF4B7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BFB260-5E28-96CD-C271-42C6F12196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62C82-899A-9E1E-B958-2C8CD25AB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683FA8-4C78-DC2B-83D0-329C10498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98C8-1962-0948-9495-10969ADF5B8C}" type="datetimeFigureOut">
              <a:rPr lang="en-US" smtClean="0"/>
              <a:t>24-Feb-25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BC3ED-411E-3695-AE3A-D909B7A11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ABD78-16C4-D303-38F8-1E1DFD649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48A-1FDC-EA49-AE7D-3B522988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953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EE2CE-9BEC-A656-A5B4-EC41F60BE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6BD8D-1F4F-F124-54F7-FBAC4B7AE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FB636-9339-22F9-0F1E-23867EA6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98C8-1962-0948-9495-10969ADF5B8C}" type="datetimeFigureOut">
              <a:rPr lang="en-US" smtClean="0"/>
              <a:t>24-Feb-25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D6C8B-A9E4-2B13-0AF6-08CC1E03B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E5AD8-A792-347C-128B-E14CA2A74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48A-1FDC-EA49-AE7D-3B522988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18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1DE61B-2652-76EE-FDD9-777FE6362D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B09A1C-693A-EB49-CE60-589FEC31E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B1964-5754-BE23-DF9A-12B0E214B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98C8-1962-0948-9495-10969ADF5B8C}" type="datetimeFigureOut">
              <a:rPr lang="en-US" smtClean="0"/>
              <a:t>24-Feb-25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16C19-7E3A-65C7-7B28-BE38910B2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238CF-6034-5632-09AC-A1A5088AB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48A-1FDC-EA49-AE7D-3B522988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27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3C04CB-FE18-3BD8-3B29-38266EB4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3FE62-3EED-F5E1-5B01-6E1B4A51D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89C0B-06B1-867A-D266-53BD1339CB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9998C8-1962-0948-9495-10969ADF5B8C}" type="datetimeFigureOut">
              <a:rPr lang="en-US" smtClean="0"/>
              <a:t>24-Feb-25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C5FEC-C905-24C5-7C17-6672FAAA7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0A748-8F5A-069E-017F-79DABD0C71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71348A-1FDC-EA49-AE7D-3B522988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00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F7338-B522-C46C-B8DF-19E8EE14A2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APEM Monthly Meeting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4F944-B961-C196-EA32-FA3442CCB5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26.02.2025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29859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A9E4-36C8-62C5-58BE-6BFBFEBC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Project updates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Demo </a:t>
            </a:r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75972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  <a:endParaRPr lang="de-DE" dirty="0"/>
          </a:p>
        </p:txBody>
      </p:sp>
      <p:pic>
        <p:nvPicPr>
          <p:cNvPr id="5" name="Content Placeholder 4" descr="A grid of images on a white surface&#10;&#10;Description automatically generated">
            <a:extLst>
              <a:ext uri="{FF2B5EF4-FFF2-40B4-BE49-F238E27FC236}">
                <a16:creationId xmlns:a16="http://schemas.microsoft.com/office/drawing/2014/main" id="{812A3355-764E-905E-FCAE-1559980AC7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29014"/>
            <a:ext cx="10515600" cy="159997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7091241-B986-3709-3C94-D7B987A031FC}"/>
              </a:ext>
            </a:extLst>
          </p:cNvPr>
          <p:cNvSpPr/>
          <p:nvPr/>
        </p:nvSpPr>
        <p:spPr>
          <a:xfrm>
            <a:off x="905434" y="3265074"/>
            <a:ext cx="10372165" cy="4416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4E67118-A521-9E9F-F94D-95F563209EB0}"/>
              </a:ext>
            </a:extLst>
          </p:cNvPr>
          <p:cNvCxnSpPr/>
          <p:nvPr/>
        </p:nvCxnSpPr>
        <p:spPr>
          <a:xfrm>
            <a:off x="9123295" y="2187388"/>
            <a:ext cx="0" cy="4416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085B868-596C-04F5-6989-2A9CBF9F6EC2}"/>
              </a:ext>
            </a:extLst>
          </p:cNvPr>
          <p:cNvSpPr txBox="1"/>
          <p:nvPr/>
        </p:nvSpPr>
        <p:spPr>
          <a:xfrm>
            <a:off x="8564208" y="1879611"/>
            <a:ext cx="1101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We are here</a:t>
            </a:r>
            <a:endParaRPr lang="de-DE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1A5398-4C73-DE6E-3E8F-20FCDC63F6A0}"/>
              </a:ext>
            </a:extLst>
          </p:cNvPr>
          <p:cNvSpPr/>
          <p:nvPr/>
        </p:nvSpPr>
        <p:spPr>
          <a:xfrm>
            <a:off x="905434" y="3870626"/>
            <a:ext cx="10372165" cy="1636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178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19B83-7092-37DF-E428-28E1DC6DF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E37D5-8049-09FF-F502-BF1B398D2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updates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D970D3-7F8F-4762-F222-11E713954B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Nodal model: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Done:</a:t>
                </a:r>
              </a:p>
              <a:p>
                <a:r>
                  <a:rPr lang="en-US" sz="1800" dirty="0"/>
                  <a:t>Regression testing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800" dirty="0"/>
                  <a:t>First unit tests: check all combinations</a:t>
                </a:r>
              </a:p>
              <a:p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DCOPF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Zonal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NTC</m:t>
                          </m:r>
                        </m:e>
                      </m:d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×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IP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ELMP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Join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MinMWP</m:t>
                          </m:r>
                        </m:e>
                      </m:d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× {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PyPSA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IEEE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RTS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PJM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ARPA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600" dirty="0"/>
              </a:p>
              <a:p>
                <a:r>
                  <a:rPr lang="en-US" sz="1800" dirty="0"/>
                  <a:t>Data analysis methods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In progress:</a:t>
                </a:r>
              </a:p>
              <a:p>
                <a:r>
                  <a:rPr lang="en-US" sz="1800" dirty="0"/>
                  <a:t>Power flow relaxations</a:t>
                </a:r>
                <a:r>
                  <a:rPr lang="en-US" sz="1800" b="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/>
                  <a:t> looking for </a:t>
                </a:r>
                <a:r>
                  <a:rPr lang="en-US" sz="1800" dirty="0" err="1"/>
                  <a:t>HiWi</a:t>
                </a:r>
                <a:endParaRPr lang="en-US" sz="1800" dirty="0"/>
              </a:p>
              <a:p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/>
                  <a:t>EUPHEMIA: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In progress:</a:t>
                </a:r>
              </a:p>
              <a:p>
                <a:r>
                  <a:rPr lang="en-US" sz="1800" dirty="0"/>
                  <a:t>Implementation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/>
                  <a:t> student thesis starting this week</a:t>
                </a:r>
              </a:p>
              <a:p>
                <a:r>
                  <a:rPr lang="en-US" sz="1800" dirty="0"/>
                  <a:t>Data aggregation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bg1"/>
                    </a:solidFill>
                  </a:rPr>
                  <a:t>Problem</a:t>
                </a:r>
                <a:r>
                  <a:rPr lang="en-US" sz="1800" dirty="0">
                    <a:solidFill>
                      <a:schemeClr val="bg1"/>
                    </a:solidFill>
                  </a:rPr>
                  <a:t>: too many orders</a:t>
                </a: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D970D3-7F8F-4762-F222-11E713954B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18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214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54F3-2133-CA0B-7F9E-89151A332D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73289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APEM Monthly Meeting</vt:lpstr>
      <vt:lpstr>Agenda</vt:lpstr>
      <vt:lpstr>Timeline</vt:lpstr>
      <vt:lpstr>Project updates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Teodora Doboş</dc:creator>
  <cp:lastModifiedBy>Teodora Dobos</cp:lastModifiedBy>
  <cp:revision>5</cp:revision>
  <dcterms:created xsi:type="dcterms:W3CDTF">2025-02-24T10:45:05Z</dcterms:created>
  <dcterms:modified xsi:type="dcterms:W3CDTF">2025-02-24T11:32:31Z</dcterms:modified>
</cp:coreProperties>
</file>